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D4059"/>
                </a:solidFill>
              </a:defRPr>
            </a:pPr>
            <a:r>
              <a:t>Test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A4A6A"/>
                </a:solidFill>
              </a:defRPr>
            </a:pPr>
            <a:r>
              <a:t>Demo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4059"/>
                </a:solidFill>
              </a:defRPr>
            </a:pPr>
            <a:r>
              <a:t>Quadratic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ns0:oMathPara xmlns:ns0="http://schemas.openxmlformats.org/officeDocument/2006/math">
              <ns0:oMath>
                <ns0:r>
                  <ns0:rPr>
                    <ns0:sty ns0:val="p"/>
                  </ns0:rPr>
                  <ns0:t>x</ns0:t>
                </ns0:r>
                <ns0:r>
                  <ns0:t>=</ns0:t>
                </ns0:r>
                <ns0:r>
                  <ns0:rPr>
                    <ns0:sty ns0:val="p"/>
                  </ns0:rPr>
                  <ns0:t>f</ns0:t>
                </ns0:r>
                <ns0:r>
                  <ns0:rPr>
                    <ns0:sty ns0:val="p"/>
                  </ns0:rPr>
                  <ns0:t>r</ns0:t>
                </ns0:r>
                <ns0:r>
                  <ns0:rPr>
                    <ns0:sty ns0:val="p"/>
                  </ns0:rPr>
                  <ns0:t>a</ns0:t>
                </ns0:r>
                <ns0:r>
                  <ns0:rPr>
                    <ns0:sty ns0:val="p"/>
                  </ns0:rPr>
                  <ns0:t>c</ns0:t>
                </ns0:r>
                <ns0:r>
                  <ns0:t>−</ns0:t>
                </ns0:r>
                <ns0:r>
                  <ns0:rPr>
                    <ns0:sty ns0:val="p"/>
                  </ns0:rPr>
                  <ns0:t>b</ns0:t>
                </ns0:r>
                <ns0:r>
                  <ns0:rPr>
                    <ns0:sty ns0:val="p"/>
                  </ns0:rPr>
                  <ns0:t>p</ns0:t>
                </ns0:r>
                <ns0:r>
                  <ns0:rPr>
                    <ns0:sty ns0:val="p"/>
                  </ns0:rPr>
                  <ns0:t>m</ns0:t>
                </ns0:r>
                <ns0:r>
                  <ns0:rPr>
                    <ns0:sty ns0:val="p"/>
                  </ns0:rPr>
                  <ns0:t>s</ns0:t>
                </ns0:r>
                <ns0:r>
                  <ns0:rPr>
                    <ns0:sty ns0:val="p"/>
                  </ns0:rPr>
                  <ns0:t>q</ns0:t>
                </ns0:r>
                <ns0:r>
                  <ns0:rPr>
                    <ns0:sty ns0:val="p"/>
                  </ns0:rPr>
                  <ns0:t>r</ns0:t>
                </ns0:r>
                <ns0:r>
                  <ns0:rPr>
                    <ns0:sty ns0:val="p"/>
                  </ns0:rPr>
                  <ns0:t>t</ns0:t>
                </ns0:r>
                <ns0:sSup>
                  <ns0:sSupPr/>
                  <ns0:e>
                    <ns0:r>
                      <ns0:rPr>
                        <ns0:sty ns0:val="p"/>
                      </ns0:rPr>
                      <ns0:t>b</ns0:t>
                    </ns0:r>
                  </ns0:e>
                  <ns0:sup>
                    <ns0:r>
                      <ns0:t>2</ns0:t>
                    </ns0:r>
                  </ns0:sup>
                </ns0:sSup>
                <ns0:r>
                  <ns0:t>−</ns0:t>
                </ns0:r>
                <ns0:r>
                  <ns0:t>4</ns0:t>
                </ns0:r>
                <ns0:r>
                  <ns0:rPr>
                    <ns0:sty ns0:val="p"/>
                  </ns0:rPr>
                  <ns0:t>a</ns0:t>
                </ns0:r>
                <ns0:r>
                  <ns0:rPr>
                    <ns0:sty ns0:val="p"/>
                  </ns0:rPr>
                  <ns0:t>c</ns0:t>
                </ns0:r>
                <ns0:r>
                  <ns0:t>2</ns0:t>
                </ns0:r>
                <ns0:r>
                  <ns0:rPr>
                    <ns0:sty ns0:val="p"/>
                  </ns0:rPr>
                  <ns0:t>a</ns0:t>
                </ns0:r>
              </ns0:oMath>
            </ns0:oMathPara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Solving ax + bx + c =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